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4630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TECHNICAL CODEBASE WALKTHROUGH</a:t>
            </a:r>
          </a:p>
          <a:p>
            <a:pPr>
              <a:spcBef>
                <a:spcPts val="1200"/>
              </a:spcBef>
            </a:pPr>
            <a:r>
              <a:rPr sz="4800" b="1">
                <a:solidFill>
                  <a:srgbClr val="FFFFFF"/>
                </a:solidFill>
              </a:rPr>
              <a:t>Assay Code Architecture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34D399"/>
                </a:solidFill>
              </a:rPr>
              <a:t>How the 2-Stage Candidate Ranking Pipeline Works Under the Hood</a:t>
            </a:r>
          </a:p>
          <a:p>
            <a:pPr>
              <a:spcBef>
                <a:spcPts val="2000"/>
              </a:spcBef>
            </a:pPr>
            <a:r>
              <a:rPr sz="1300">
                <a:solidFill>
                  <a:srgbClr val="CBD5E1"/>
                </a:solidFill>
              </a:rPr>
              <a:t>3 Core Scripts: precompute_embeddings.py  ➜  v2/rank.py  ➜  v2/score_and_rank.py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STEP 1 • PRECOMPUTE_EMBEDDINGS.PY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Step 1: Offline Embedding Vectorization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What This Script Does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Converts unstructured resume text into 384-dimensional dense vectors.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Uses MiniLM transformer model (all-MiniLM-L6-v2).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Pre-computes vectors for all 100,000 candidate profiles.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Encodes 12 Job Description Facets (4 Core, 5 Bonus, 3 Penalty).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Saves compressed Float16 parquet file (72 MB, down from 155 MB).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BF24"/>
                </a:solidFill>
              </a:rPr>
              <a:t>Key Code Functions &amp; I/O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Model Init: SentenceTransformer('all-MiniLM-L6-v2')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Vector Encoding: model.encode(texts, batch_size=256)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Quantization: array.astype(np.float16)  # Cuts file size by 50%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Input: candidates.jsonl (487 MB)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Outputs: candidate_embeddings_f16.parquet (72 MB) + jd_facet_embeddings.npy (18 KB)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STAGE 1 • V2/RANK.PY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Stage 1: DuckDB SQL Out-of-Core Pre-Filter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3 SQL Filtering Prongs (DuckDB)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Location Funnel: Keeps candidates in Indian tech hubs (Pune, Noida, Gurgaon, etc.) OR willing_to_relocate = true.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Role Exclusions: Filters out non-engineering titles (HR, Accountant, Marketing Manager, Sales).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Consulting-Only Exclusion: Checks career_history array and excludes candidates whose entire work history is IT consulting (TCS, Wipro, Infosys, Accenture).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</a:rPr>
              <a:t>• Speed: Streams 100K profiles in ~45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4D399"/>
                </a:solidFill>
              </a:rPr>
              <a:t>Why DuckDB SQL?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Out-of-Core Execution: Streams uncompressed JSONL without loading 487 MB into Python memory.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Struct Querying: Query nested JSON fields directly in SQL (profile.location, redrob_signals.willing_to_relocate).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List Filtering: Uses list_filter(career_history, h -&gt; h.company NOT IN (...)) for complex career checks.</a:t>
            </a:r>
          </a:p>
          <a:p>
            <a:pPr>
              <a:spcBef>
                <a:spcPts val="1000"/>
              </a:spcBef>
            </a:pPr>
            <a:r>
              <a:rPr sz="1150">
                <a:solidFill>
                  <a:srgbClr val="FFFFFF"/>
                </a:solidFill>
              </a:rPr>
              <a:t>⚡ Pruning Result: 100,000 profiles ➜ ~25,000 survivors saved to v2/survivors.csv.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STAGE 2 • V2/SCORE_AND_RANK.PY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Stage 2: Vectorized Multi-Signal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COSINE MATRIX MATCH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1. Vector Alignment</a:t>
            </a:r>
          </a:p>
          <a:p>
            <a:pPr>
              <a:spcBef>
                <a:spcPts val="1500"/>
              </a:spcBef>
            </a:pPr>
            <a:r>
              <a:rPr sz="1150">
                <a:solidFill>
                  <a:srgbClr val="CBD5E1"/>
                </a:solidFill>
              </a:rPr>
              <a:t>Computes dot-product similarity between ~25K candidate embeddings and 12 JD facet vectors. Uses Geometric Mean across 4 core skills to force balanced competence.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ANTI-STUFFING &amp; SIGNALS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2. Multi-Signal Boosting</a:t>
            </a:r>
          </a:p>
          <a:p>
            <a:pPr>
              <a:spcBef>
                <a:spcPts val="1500"/>
              </a:spcBef>
            </a:pPr>
            <a:r>
              <a:rPr sz="1150">
                <a:solidFill>
                  <a:srgbClr val="CBD5E1"/>
                </a:solidFill>
              </a:rPr>
              <a:t>Multiplies vector fit by Verified Skill Assessment Scores [0.5–1.2], Product Co. tenure ratio (+15% / -20%), and Continuous Notice Period Decay (1.0 to 0.80 floor).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DETERMINISTIC OUTPUT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FFFFFF"/>
                </a:solidFill>
              </a:rPr>
              <a:t>3. Reasoning Engine</a:t>
            </a:r>
          </a:p>
          <a:p>
            <a:pPr>
              <a:spcBef>
                <a:spcPts val="1500"/>
              </a:spcBef>
            </a:pPr>
            <a:r>
              <a:rPr sz="1150">
                <a:solidFill>
                  <a:srgbClr val="CBD5E1"/>
                </a:solidFill>
              </a:rPr>
              <a:t>Generates 80–160 char fact-based recruiter reasoning summaries (e.g. '8y YoE at CRED; strong vector match; notice &lt;=30d'). Exports Top 100 to submission.csv.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SUMMARY • PIPELINE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Complete Code Execution Flow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STEP 01 • PRECOMPUTE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embeddings.parquet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Converts raw text into 384d Float16 vectors. Run once offline (~10 mins).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9202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STEP 02 • STAGE 1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v2/rank.py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DuckDB SQL pre-filter prunes 100K profiles to ~25K survivors in 45s under 4 GB 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STEP 03 • STAGE 2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v2/score_and_rank.py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Vector cosine match + verified skill multipliers + notice decay in 90s.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9202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4D399"/>
                </a:solidFill>
              </a:rPr>
              <a:t>STEP 04 • OUTPUT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</a:rPr>
              <a:t>v2/submission.csv</a:t>
            </a:r>
          </a:p>
          <a:p>
            <a:pPr>
              <a:spcBef>
                <a:spcPts val="1500"/>
              </a:spcBef>
            </a:pPr>
            <a:r>
              <a:rPr sz="1100">
                <a:solidFill>
                  <a:srgbClr val="CBD5E1"/>
                </a:solidFill>
              </a:rPr>
              <a:t>Top-100 ranked candidates with deterministic recruiter reasoning strings.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